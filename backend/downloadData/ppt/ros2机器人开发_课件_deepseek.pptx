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ROS2机器人开发入门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DD"/>
                </a:solidFill>
              </a:defRPr>
            </a:pPr>
            <a:r>
              <a:t>智能科学与技术专业课程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BB"/>
                </a:solidFill>
              </a:defRPr>
            </a:pPr>
            <a:r>
              <a:t>课程团队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什么是ROS2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开源机器人元操作系统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提供硬件抽象与设备驱动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支持分布式跨平台通信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全新DDS通信中间件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适用于工业、服务机器人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ROS2核心概念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节点：最小功能单元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话题：异步单向消息流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服务：同步请求与应答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动作：带反馈的长任务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参数：动态配置节点行为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开发环境搭建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安装Ubuntu 22.04系统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配置ROS2 Humble版本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使用colcon编译工具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设置环境变量与工作空间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运行示例节点验证安装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话题与服务通信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发布者/订阅者模型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消息类型自定义方法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服务端/客户端调用流程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QoS服务质量策略配置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通信的异步与同步选择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常用ROS2工具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rqt图形化调试界面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rviz2三维可视化平台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ros2 bag录制回放数据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tf2坐标系变换管理</a:t>
            </a:r>
          </a:p>
          <a:p>
            <a:pPr algn="l"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Gazebo机器人仿真集成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ROS1与ROS2对比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1828800" cy="54864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01168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对比项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ROS1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ROS2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通信协议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TCP/UDP (ROS)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DDS 实时可靠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节点模型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单一主节点机制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完全分布式发现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编译系统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catkin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ament/colcon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跨平台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仅Ubuntu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Ubuntu/Win/macOS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CCDD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