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jpg" Extension="jpg"/>
  <Default ContentType="video/mp4" Extension="m4v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vnd.openxmlformats-officedocument.vmlDrawing" Extension="vml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3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presProps.xml" Type="http://schemas.openxmlformats.org/officeDocument/2006/relationships/presProps"/><Relationship Id="rId12" Target="viewProps.xml" Type="http://schemas.openxmlformats.org/officeDocument/2006/relationships/viewProps"/><Relationship Id="rId13" Target="theme/theme1.xml" Type="http://schemas.openxmlformats.org/officeDocument/2006/relationships/theme"/><Relationship Id="rId14" Target="tableStyles.xml" Type="http://schemas.openxmlformats.org/officeDocument/2006/relationships/tableStyles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slides/slide4.xml" Type="http://schemas.openxmlformats.org/officeDocument/2006/relationships/slide"/><Relationship Id="rId6" Target="slides/slide5.xml" Type="http://schemas.openxmlformats.org/officeDocument/2006/relationships/slide"/><Relationship Id="rId7" Target="slides/slide6.xml" Type="http://schemas.openxmlformats.org/officeDocument/2006/relationships/slide"/><Relationship Id="rId8" Target="slides/slide7.xml" Type="http://schemas.openxmlformats.org/officeDocument/2006/relationships/slide"/><Relationship Id="rId9" Target="slides/slide8.xml" Type="http://schemas.openxmlformats.org/officeDocument/2006/relationships/slide"/></Relationships>
</file>

<file path=ppt/notesMasters/_rels/notesMaster1.xml.rels><?xml version="1.0" encoding="UTF-8" standalone="no"?><Relationships xmlns="http://schemas.openxmlformats.org/package/2006/relationships"><Relationship Id="rId1" Target="../theme/theme1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media/Slide-1-image-1.png" Type="http://schemas.openxmlformats.org/officeDocument/2006/relationships/image"/><Relationship Id="rId2" Target="../media/image-1-2.png" Type="http://schemas.openxmlformats.org/officeDocument/2006/relationships/image"/><Relationship Id="rId3" Target="../slideLayouts/slideLayout1.xml" Type="http://schemas.openxmlformats.org/officeDocument/2006/relationships/slideLayout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media/Slide-2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media/Slide-3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1" Target="../media/Slide-4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1" Target="../media/Slide-5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media/Slide-6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media/Slide-7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media/Slide-8-image-1.pn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8829" y="874516"/>
            <a:ext cx="6786342" cy="77863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b"/>
          <a:lstStyle/>
          <a:p>
            <a:pPr algn="ctr" indent="0" marL="0">
              <a:lnSpc>
                <a:spcPct val="112000"/>
              </a:lnSpc>
              <a:spcBef>
                <a:spcPts val="360"/>
              </a:spcBef>
              <a:buNone/>
            </a:pPr>
            <a:r>
              <a:rPr lang="en-US" sz="4032" spc="288" kern="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C语言指针入门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751676" y="1625714"/>
            <a:ext cx="5640648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spc="144" kern="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初识指针，掌握核心概念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3572142" y="2368025"/>
            <a:ext cx="1999716" cy="387706"/>
          </a:xfrm>
          <a:custGeom>
            <a:avLst/>
            <a:gdLst/>
            <a:ahLst/>
            <a:cxnLst/>
            <a:rect l="l" t="t" r="r" b="b"/>
            <a:pathLst>
              <a:path w="1999716" h="387706">
                <a:moveTo>
                  <a:pt x="193853" y="0"/>
                </a:moveTo>
                <a:moveTo>
                  <a:pt x="193853" y="0"/>
                </a:moveTo>
                <a:lnTo>
                  <a:pt x="1805863" y="0"/>
                </a:lnTo>
                <a:quadBezTo>
                  <a:pt x="1999716" y="0"/>
                  <a:pt x="1999716" y="193853"/>
                </a:quadBezTo>
                <a:lnTo>
                  <a:pt x="1999716" y="193853"/>
                </a:lnTo>
                <a:quadBezTo>
                  <a:pt x="1999716" y="387706"/>
                  <a:pt x="1805863" y="387706"/>
                </a:quadBezTo>
                <a:lnTo>
                  <a:pt x="193853" y="387706"/>
                </a:lnTo>
                <a:quadBezTo>
                  <a:pt x="0" y="387706"/>
                  <a:pt x="0" y="193853"/>
                </a:quadBezTo>
                <a:lnTo>
                  <a:pt x="0" y="193853"/>
                </a:lnTo>
                <a:quadBezTo>
                  <a:pt x="0" y="0"/>
                  <a:pt x="193853" y="0"/>
                </a:quadBezTo>
                <a:close/>
              </a:path>
            </a:pathLst>
          </a:custGeom>
          <a:solidFill>
            <a:srgbClr val="C95948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72142" y="2333278"/>
            <a:ext cx="199971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5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C959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汇报人: 讯飞智文</a:t>
            </a:r>
            <a:endParaRPr lang="en-US" sz="1440" dirty="0"/>
          </a:p>
        </p:txBody>
      </p:sp>
      <p:pic>
        <p:nvPicPr>
          <p:cNvPr id="6" name="Image 0" descr="https://sgw-dx.xf-yun.com/api/v1/sparkdesk/_5dd3f98e42ca408f8faa5045b455ad08_1752723189414-05288585383168891.png?authorization=c2ltcGxlLWp3dCBhaz1zcGFya2Rlc2s4MDAwMDAwMDAwMDE7ZXhwPTMzMjk1MjMxODk7YWxnbz1obWFjLXNoYTI1NjtzaWc9MWQza1FTR0h5MVdXK3BFWjI2YlZMME5TbGh1ek85TlV6U2FGbGJqRElWST0=&amp;x_location=7YfmxI7B7uKO7jlRxIftd6UZe5D=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425696" y="394348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0380" y="620468"/>
            <a:ext cx="2563239" cy="8778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752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2773103" y="730196"/>
            <a:ext cx="3597794" cy="7863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spc="288" kern="0" dirty="0">
                <a:solidFill>
                  <a:srgbClr val="C95948">
                    <a:alpha val="1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551223" y="1810288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指针的概念与定义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938575" y="1727992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5187905" y="1810288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指针的基本操作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575257" y="1727992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551223" y="2507293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指针与数组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938575" y="2424997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187905" y="2507293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指针与函数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4575257" y="2424997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551223" y="3204298"/>
            <a:ext cx="301752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常见应用与注意事项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938575" y="3122002"/>
            <a:ext cx="713232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168" y="1913562"/>
            <a:ext cx="3733664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指针的概念与定义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655689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168" y="1913562"/>
            <a:ext cx="3733664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指针的基本操作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655689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168" y="1913562"/>
            <a:ext cx="3733664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指针与数组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655689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168" y="1913562"/>
            <a:ext cx="3733664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指针与函数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655689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5168" y="1913562"/>
            <a:ext cx="3733664" cy="521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常见应用与注意事项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464679" y="655689"/>
            <a:ext cx="2214642" cy="14721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768" b="1" dirty="0">
                <a:solidFill>
                  <a:srgbClr val="AA1E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4050" y="1095624"/>
            <a:ext cx="3895901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320" spc="432" kern="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感谢观看!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566160" y="4677156"/>
            <a:ext cx="2011680" cy="280470"/>
          </a:xfrm>
          <a:custGeom>
            <a:avLst/>
            <a:gdLst/>
            <a:ahLst/>
            <a:cxnLst/>
            <a:rect l="l" t="t" r="r" b="b"/>
            <a:pathLst>
              <a:path w="2011680" h="280470">
                <a:moveTo>
                  <a:pt x="140235" y="0"/>
                </a:moveTo>
                <a:moveTo>
                  <a:pt x="140235" y="0"/>
                </a:moveTo>
                <a:lnTo>
                  <a:pt x="1871445" y="0"/>
                </a:lnTo>
                <a:quadBezTo>
                  <a:pt x="2011680" y="0"/>
                  <a:pt x="2011680" y="140235"/>
                </a:quadBezTo>
                <a:lnTo>
                  <a:pt x="2011680" y="140235"/>
                </a:lnTo>
                <a:quadBezTo>
                  <a:pt x="2011680" y="280470"/>
                  <a:pt x="1871445" y="280470"/>
                </a:quadBezTo>
                <a:lnTo>
                  <a:pt x="140235" y="280470"/>
                </a:lnTo>
                <a:quadBezTo>
                  <a:pt x="0" y="280470"/>
                  <a:pt x="0" y="140235"/>
                </a:quadBezTo>
                <a:lnTo>
                  <a:pt x="0" y="140235"/>
                </a:lnTo>
                <a:quadBezTo>
                  <a:pt x="0" y="0"/>
                  <a:pt x="140235" y="0"/>
                </a:quadBezTo>
                <a:close/>
              </a:path>
            </a:pathLst>
          </a:custGeom>
          <a:solidFill>
            <a:srgbClr val="333333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566160" y="4594860"/>
            <a:ext cx="20116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37143"/>
              </a:lnSpc>
              <a:spcBef>
                <a:spcPts val="360"/>
              </a:spcBef>
              <a:buNone/>
            </a:pPr>
            <a:r>
              <a:rPr lang="en-US" sz="1008" spc="72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内容由AI生成，请仔细甄别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2026-05-29T16:32:53Z</dcterms:created>
  <dc:creator>PptxGenJS</dc:creator>
  <cp:lastModifiedBy>PptxGenJS</cp:lastModifiedBy>
  <dcterms:modified xsi:type="dcterms:W3CDTF">2026-05-29T16:32:53Z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AIGC">
    <vt:lpwstr>{"ContentPropagator":"001191340000711771143J00000","Label":"1","ReservedCode1":"1780072373903","ProduceID":"zhiwen-pptx-7940db2b@8ba34abfddf24010b266e7e4c8fe3eec","ReservedCode2":"1780072373903","PropagateID":"zhiwen-pptx-7940db2b@8ba34abfddf24010b266e7e4c8fe3eec","ContentProducer":"001191340000711771143J00000"}</vt:lpwstr>
  </property>
</Properties>
</file>