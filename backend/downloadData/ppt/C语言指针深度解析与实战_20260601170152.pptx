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1524000"/>
            <a:ext cx="10668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4000" b="true">
                <a:solidFill>
                  <a:srgbClr val="FFFFFF"/>
                </a:solidFill>
                <a:latin typeface="Microsoft YaHei"/>
              </a:rPr>
              <a:t>C语言指针深度解析与实战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556000"/>
            <a:ext cx="10668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800">
                <a:solidFill>
                  <a:srgbClr val="E8E8FF"/>
                </a:solidFill>
                <a:ea typeface="Microsoft YaHei"/>
              </a:rPr>
              <a:t>本课程深入剖析C语言指针的核心概念，涵盖指针定义、初始化、运算，指针与数组、函数参数传递，以及多级指针、函数指针和动态内存分配等高级主题，帮助学员彻底攻克指针难点。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200">
                <a:solidFill>
                  <a:srgbClr val="AABBEE"/>
                </a:solidFill>
                <a:ea typeface="Microsoft YaHei"/>
              </a:rPr>
              <a:t>智学助手 · 多智能体协同生成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3200" b="true">
                <a:solidFill>
                  <a:srgbClr val="165DFF"/>
                </a:solidFill>
                <a:ea typeface="Microsoft YaHei"/>
              </a:rPr>
              <a:t>课程目录</a:t>
            </a:r>
          </a:p>
        </p:txBody>
      </p:sp>
      <p:sp>
        <p:nvSpPr>
          <p:cNvPr name="AutoShape 3" id="3"/>
          <p:cNvSpPr/>
          <p:nvPr/>
        </p:nvSpPr>
        <p:spPr>
          <a:xfrm>
            <a:off x="762000" y="1206500"/>
            <a:ext cx="2540000" cy="38100"/>
          </a:xfrm>
          <a:prstGeom prst="rect">
            <a:avLst/>
          </a:prstGeom>
          <a:solidFill>
            <a:srgbClr val="165DFF"/>
          </a:solid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540000"/>
            <a:ext cx="10668000" cy="254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FFFFFF"/>
                </a:solidFill>
                <a:ea typeface="Microsoft YaHei"/>
              </a:rPr>
              <a:t>感谢学习</a:t>
            </a:r>
          </a:p>
          <a:p>
            <a:pPr algn="ctr"/>
            <a:r>
              <a:rPr lang="en-US" sz="1800">
                <a:solidFill>
                  <a:srgbClr val="AABBEE"/>
                </a:solidFill>
                <a:latin typeface="Microsoft YaHei"/>
              </a:rPr>
              <a:t>C语言指针深度解析与实战</a:t>
            </a:r>
          </a:p>
          <a:p>
            <a:pPr algn="ctr"/>
            <a:r>
              <a:rPr lang="en-US" sz="1400">
                <a:solidFill>
                  <a:srgbClr val="8899CC"/>
                </a:solidFill>
                <a:ea typeface="Microsoft YaHei"/>
              </a:rPr>
              <a:t>智学助手 · 多智能体协同生成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