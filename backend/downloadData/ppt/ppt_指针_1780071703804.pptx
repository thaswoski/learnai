
<file path=[Content_Types].xml><?xml version="1.0" encoding="utf-8"?>
<Types xmlns="http://schemas.openxmlformats.org/package/2006/content-types">
  <Default ContentType="image/gif" Extension="gif"/>
  <Default ContentType="image/jpeg" Extension="jpeg"/>
  <Default ContentType="image/jpg" Extension="jpg"/>
  <Default ContentType="video/mp4" Extension="m4v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vnd.openxmlformats-officedocument.vmlDrawing" Extension="vml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docProps/app.xml" Type="http://schemas.openxmlformats.org/officeDocument/2006/relationships/extended-properties"/><Relationship Id="rId2" Target="docProps/core.xml" Type="http://schemas.openxmlformats.org/package/2006/relationships/metadata/core-properties"/><Relationship Id="rId3" Target="ppt/presentation.xml" Type="http://schemas.openxmlformats.org/officeDocument/2006/relationships/officeDocument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notesMasters/notesMaster1.xml" Type="http://schemas.openxmlformats.org/officeDocument/2006/relationships/notesMaster"/><Relationship Id="rId12" Target="presProps.xml" Type="http://schemas.openxmlformats.org/officeDocument/2006/relationships/presProps"/><Relationship Id="rId13" Target="viewProps.xml" Type="http://schemas.openxmlformats.org/officeDocument/2006/relationships/viewProps"/><Relationship Id="rId14" Target="theme/theme1.xml" Type="http://schemas.openxmlformats.org/officeDocument/2006/relationships/theme"/><Relationship Id="rId15" Target="tableStyles.xml" Type="http://schemas.openxmlformats.org/officeDocument/2006/relationships/tableStyles"/><Relationship Id="rId2" Target="slides/slide1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notesMasters/_rels/notesMaster1.xml.rels><?xml version="1.0" encoding="UTF-8" standalone="no"?><Relationships xmlns="http://schemas.openxmlformats.org/package/2006/relationships"><Relationship Id="rId1" Target="../theme/theme1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media/Slide-1-image-1.png" Type="http://schemas.openxmlformats.org/officeDocument/2006/relationships/image"/><Relationship Id="rId2" Target="../media/image-1-2.png" Type="http://schemas.openxmlformats.org/officeDocument/2006/relationships/image"/><Relationship Id="rId3" Target="../media/image-1-3.png" Type="http://schemas.openxmlformats.org/officeDocument/2006/relationships/image"/><Relationship Id="rId4" Target="../slideLayouts/slideLayout1.xml" Type="http://schemas.openxmlformats.org/officeDocument/2006/relationships/slideLayout"/><Relationship Id="rId5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media/Slide-2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media/Slide-3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no"?><Relationships xmlns="http://schemas.openxmlformats.org/package/2006/relationships"><Relationship Id="rId1" Target="../media/Slide-4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no"?><Relationships xmlns="http://schemas.openxmlformats.org/package/2006/relationships"><Relationship Id="rId1" Target="../media/Slide-5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media/Slide-6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media/Slide-7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no"?><Relationships xmlns="http://schemas.openxmlformats.org/package/2006/relationships"><Relationship Id="rId1" Target="../media/Slide-8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no"?><Relationships xmlns="http://schemas.openxmlformats.org/package/2006/relationships"><Relationship Id="rId1" Target="../media/Slide-9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891" y="1527890"/>
            <a:ext cx="4557601" cy="132654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b"/>
          <a:lstStyle/>
          <a:p>
            <a:pPr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3888" b="1" spc="144" kern="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C语言指针入门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453891" y="2854431"/>
            <a:ext cx="4073097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440" spc="72" kern="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从基础到应用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53891" y="4171661"/>
            <a:ext cx="2335378" cy="363017"/>
          </a:xfrm>
          <a:custGeom>
            <a:avLst/>
            <a:gdLst/>
            <a:ahLst/>
            <a:cxnLst/>
            <a:rect l="l" t="t" r="r" b="b"/>
            <a:pathLst>
              <a:path w="2335378" h="363017">
                <a:moveTo>
                  <a:pt x="90754" y="0"/>
                </a:moveTo>
                <a:moveTo>
                  <a:pt x="90754" y="0"/>
                </a:moveTo>
                <a:lnTo>
                  <a:pt x="2244623" y="0"/>
                </a:lnTo>
                <a:quadBezTo>
                  <a:pt x="2335378" y="0"/>
                  <a:pt x="2335378" y="90754"/>
                </a:quadBezTo>
                <a:lnTo>
                  <a:pt x="2335378" y="272263"/>
                </a:lnTo>
                <a:quadBezTo>
                  <a:pt x="2335378" y="363017"/>
                  <a:pt x="2244623" y="363017"/>
                </a:quadBezTo>
                <a:lnTo>
                  <a:pt x="90754" y="363017"/>
                </a:lnTo>
                <a:quadBezTo>
                  <a:pt x="0" y="363017"/>
                  <a:pt x="0" y="272263"/>
                </a:quadBezTo>
                <a:lnTo>
                  <a:pt x="0" y="90754"/>
                </a:lnTo>
                <a:quadBezTo>
                  <a:pt x="0" y="0"/>
                  <a:pt x="90754" y="0"/>
                </a:quadBezTo>
                <a:close/>
              </a:path>
            </a:pathLst>
          </a:custGeom>
          <a:solidFill>
            <a:srgbClr val="56A0BD"/>
          </a:solidFill>
          <a:ln/>
        </p:spPr>
      </p:sp>
      <p:sp>
        <p:nvSpPr>
          <p:cNvPr id="5" name="Text 3"/>
          <p:cNvSpPr/>
          <p:nvPr/>
        </p:nvSpPr>
        <p:spPr>
          <a:xfrm>
            <a:off x="1027399" y="4124570"/>
            <a:ext cx="1680032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汇报人: 讯飞智文</a:t>
            </a:r>
            <a:endParaRPr lang="en-US" sz="144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20" y="4237955"/>
            <a:ext cx="230429" cy="2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6445" y="394497"/>
            <a:ext cx="2044723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56A0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LOGO</a:t>
            </a:r>
            <a:endParaRPr lang="en-US" sz="1440" dirty="0"/>
          </a:p>
        </p:txBody>
      </p:sp>
      <p:pic>
        <p:nvPicPr>
          <p:cNvPr id="8" name="Image 1" descr="https://bjcdn.openstorage.cn/zhiwen/prod/system/2026/02/04/11af2a209a5c49c2b71ea8771c1a6a61177018597858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42" y="475451"/>
            <a:ext cx="295351" cy="2953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3065" y="280261"/>
            <a:ext cx="2031357" cy="11704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5184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136678" y="1123458"/>
            <a:ext cx="2870643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398FDF">
                    <a:alpha val="2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1551223" y="1910872"/>
            <a:ext cx="30175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什么是指针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938575" y="1828576"/>
            <a:ext cx="713232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5187905" y="1910872"/>
            <a:ext cx="30175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指针与变量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4575257" y="1828576"/>
            <a:ext cx="713232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1551223" y="2580445"/>
            <a:ext cx="30175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指针与数组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938575" y="2498149"/>
            <a:ext cx="713232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5187905" y="2580445"/>
            <a:ext cx="30175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指针与函数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4575257" y="2498149"/>
            <a:ext cx="713232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1551223" y="3250018"/>
            <a:ext cx="30175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常见错误与调试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938575" y="3167722"/>
            <a:ext cx="713232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5187905" y="3250018"/>
            <a:ext cx="30175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总结与练习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4575257" y="3167722"/>
            <a:ext cx="713232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2069" y="2475337"/>
            <a:ext cx="3559862" cy="521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什么是指针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1263757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393087" y="3309641"/>
            <a:ext cx="357826" cy="45720"/>
          </a:xfrm>
          <a:custGeom>
            <a:avLst/>
            <a:gdLst/>
            <a:ahLst/>
            <a:cxnLst/>
            <a:rect l="l" t="t" r="r" b="b"/>
            <a:pathLst>
              <a:path w="357826" h="45720">
                <a:moveTo>
                  <a:pt x="0" y="0"/>
                </a:moveTo>
                <a:moveTo>
                  <a:pt x="0" y="0"/>
                </a:moveTo>
                <a:lnTo>
                  <a:pt x="357826" y="0"/>
                </a:lnTo>
              </a:path>
            </a:pathLst>
          </a:custGeom>
          <a:noFill/>
          <a:ln w="28575">
            <a:solidFill>
              <a:srgbClr val="398FD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2069" y="2475337"/>
            <a:ext cx="3559862" cy="521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指针与变量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1263757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393087" y="3309641"/>
            <a:ext cx="357826" cy="45720"/>
          </a:xfrm>
          <a:custGeom>
            <a:avLst/>
            <a:gdLst/>
            <a:ahLst/>
            <a:cxnLst/>
            <a:rect l="l" t="t" r="r" b="b"/>
            <a:pathLst>
              <a:path w="357826" h="45720">
                <a:moveTo>
                  <a:pt x="0" y="0"/>
                </a:moveTo>
                <a:moveTo>
                  <a:pt x="0" y="0"/>
                </a:moveTo>
                <a:lnTo>
                  <a:pt x="357826" y="0"/>
                </a:lnTo>
              </a:path>
            </a:pathLst>
          </a:custGeom>
          <a:noFill/>
          <a:ln w="28575">
            <a:solidFill>
              <a:srgbClr val="398FD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2069" y="2475337"/>
            <a:ext cx="3559862" cy="521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指针与数组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1263757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393087" y="3309641"/>
            <a:ext cx="357826" cy="45720"/>
          </a:xfrm>
          <a:custGeom>
            <a:avLst/>
            <a:gdLst/>
            <a:ahLst/>
            <a:cxnLst/>
            <a:rect l="l" t="t" r="r" b="b"/>
            <a:pathLst>
              <a:path w="357826" h="45720">
                <a:moveTo>
                  <a:pt x="0" y="0"/>
                </a:moveTo>
                <a:moveTo>
                  <a:pt x="0" y="0"/>
                </a:moveTo>
                <a:lnTo>
                  <a:pt x="357826" y="0"/>
                </a:lnTo>
              </a:path>
            </a:pathLst>
          </a:custGeom>
          <a:noFill/>
          <a:ln w="28575">
            <a:solidFill>
              <a:srgbClr val="398FD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2069" y="2475337"/>
            <a:ext cx="3559862" cy="521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指针与函数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1263757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393087" y="3309641"/>
            <a:ext cx="357826" cy="45720"/>
          </a:xfrm>
          <a:custGeom>
            <a:avLst/>
            <a:gdLst/>
            <a:ahLst/>
            <a:cxnLst/>
            <a:rect l="l" t="t" r="r" b="b"/>
            <a:pathLst>
              <a:path w="357826" h="45720">
                <a:moveTo>
                  <a:pt x="0" y="0"/>
                </a:moveTo>
                <a:moveTo>
                  <a:pt x="0" y="0"/>
                </a:moveTo>
                <a:lnTo>
                  <a:pt x="357826" y="0"/>
                </a:lnTo>
              </a:path>
            </a:pathLst>
          </a:custGeom>
          <a:noFill/>
          <a:ln w="28575">
            <a:solidFill>
              <a:srgbClr val="398FD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2069" y="2475337"/>
            <a:ext cx="3559862" cy="521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常见错误与调试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1263757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393087" y="3309641"/>
            <a:ext cx="357826" cy="45720"/>
          </a:xfrm>
          <a:custGeom>
            <a:avLst/>
            <a:gdLst/>
            <a:ahLst/>
            <a:cxnLst/>
            <a:rect l="l" t="t" r="r" b="b"/>
            <a:pathLst>
              <a:path w="357826" h="45720">
                <a:moveTo>
                  <a:pt x="0" y="0"/>
                </a:moveTo>
                <a:moveTo>
                  <a:pt x="0" y="0"/>
                </a:moveTo>
                <a:lnTo>
                  <a:pt x="357826" y="0"/>
                </a:lnTo>
              </a:path>
            </a:pathLst>
          </a:custGeom>
          <a:noFill/>
          <a:ln w="28575">
            <a:solidFill>
              <a:srgbClr val="398FD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2069" y="2475337"/>
            <a:ext cx="3559862" cy="521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总结与练习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1263757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398F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393087" y="3309641"/>
            <a:ext cx="357826" cy="45720"/>
          </a:xfrm>
          <a:custGeom>
            <a:avLst/>
            <a:gdLst/>
            <a:ahLst/>
            <a:cxnLst/>
            <a:rect l="l" t="t" r="r" b="b"/>
            <a:pathLst>
              <a:path w="357826" h="45720">
                <a:moveTo>
                  <a:pt x="0" y="0"/>
                </a:moveTo>
                <a:moveTo>
                  <a:pt x="0" y="0"/>
                </a:moveTo>
                <a:lnTo>
                  <a:pt x="357826" y="0"/>
                </a:lnTo>
              </a:path>
            </a:pathLst>
          </a:custGeom>
          <a:noFill/>
          <a:ln w="28575">
            <a:solidFill>
              <a:srgbClr val="398FD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190" y="1946147"/>
            <a:ext cx="3603325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320" b="1" spc="144" kern="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感谢观看！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566160" y="4677156"/>
            <a:ext cx="2011680" cy="280470"/>
          </a:xfrm>
          <a:custGeom>
            <a:avLst/>
            <a:gdLst/>
            <a:ahLst/>
            <a:cxnLst/>
            <a:rect l="l" t="t" r="r" b="b"/>
            <a:pathLst>
              <a:path w="2011680" h="280470">
                <a:moveTo>
                  <a:pt x="140235" y="0"/>
                </a:moveTo>
                <a:moveTo>
                  <a:pt x="140235" y="0"/>
                </a:moveTo>
                <a:lnTo>
                  <a:pt x="1871445" y="0"/>
                </a:lnTo>
                <a:quadBezTo>
                  <a:pt x="2011680" y="0"/>
                  <a:pt x="2011680" y="140235"/>
                </a:quadBezTo>
                <a:lnTo>
                  <a:pt x="2011680" y="140235"/>
                </a:lnTo>
                <a:quadBezTo>
                  <a:pt x="2011680" y="280470"/>
                  <a:pt x="1871445" y="280470"/>
                </a:quadBezTo>
                <a:lnTo>
                  <a:pt x="140235" y="280470"/>
                </a:lnTo>
                <a:quadBezTo>
                  <a:pt x="0" y="280470"/>
                  <a:pt x="0" y="140235"/>
                </a:quadBezTo>
                <a:lnTo>
                  <a:pt x="0" y="140235"/>
                </a:lnTo>
                <a:quadBezTo>
                  <a:pt x="0" y="0"/>
                  <a:pt x="140235" y="0"/>
                </a:quadBezTo>
                <a:close/>
              </a:path>
            </a:pathLst>
          </a:custGeom>
          <a:solidFill>
            <a:srgbClr val="333333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566160" y="4594860"/>
            <a:ext cx="201168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37143"/>
              </a:lnSpc>
              <a:spcBef>
                <a:spcPts val="360"/>
              </a:spcBef>
              <a:buNone/>
            </a:pPr>
            <a:r>
              <a:rPr lang="en-US" sz="1008" spc="72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内容由AI生成，请仔细甄别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2026-05-29T16:21:47Z</dcterms:created>
  <dc:creator>PptxGenJS</dc:creator>
  <cp:lastModifiedBy>PptxGenJS</cp:lastModifiedBy>
  <dcterms:modified xsi:type="dcterms:W3CDTF">2026-05-29T16:21:47Z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AIGC">
    <vt:lpwstr>{"ContentPropagator":"001191340000711771143J00000","Label":"1","ReservedCode1":"1780071707815","ProduceID":"zhiwen-pptx-7940db2b@5fedf3d978744a6a837418ddfa2bd67b","ReservedCode2":"1780071707815","PropagateID":"zhiwen-pptx-7940db2b@5fedf3d978744a6a837418ddfa2bd67b","ContentProducer":"001191340000711771143J00000"}</vt:lpwstr>
  </property>
</Properties>
</file>